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6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Tenorite</vt:lpstr>
      <vt:lpstr>Monoline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2023-07-24T01:11:48Z</dcterms:created>
  <dcterms:modified xsi:type="dcterms:W3CDTF">2025-07-27T22:40:04Z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