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422"/>
  </p:normalViewPr>
  <p:slideViewPr>
    <p:cSldViewPr snapToGrid="0">
      <p:cViewPr varScale="1">
        <p:scale>
          <a:sx n="97" d="100"/>
          <a:sy n="9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ommentAuthors" Target="commentAuthors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Courier New</vt:lpstr>
      <vt:lpstr>Segoe UI Light</vt:lpstr>
      <vt:lpstr>Tw Cen MT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2022-10-27T00:37:19Z</dcterms:created>
  <dcterms:modified xsi:type="dcterms:W3CDTF">2025-08-14T13:33:23Z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